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92F"/>
                </a:solidFill>
                <a:latin typeface="Calibri"/>
              </a:defRPr>
            </a:pPr>
            <a:r>
              <a:t>SHIELD AI</a:t>
            </a:r>
          </a:p>
          <a:p>
            <a:pPr>
              <a:spcBef>
                <a:spcPts val="600"/>
              </a:spcBef>
              <a:defRPr sz="2200" b="1">
                <a:solidFill>
                  <a:srgbClr val="2563EB"/>
                </a:solidFill>
                <a:latin typeface="Calibri"/>
              </a:defRPr>
            </a:pPr>
            <a:r>
              <a:t>Autonomous Cyber Defence &amp; Security Intelligence Platform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Calibri"/>
              </a:defRPr>
            </a:pPr>
            <a:r>
              <a:t>Privacy-Preserving SOC Alert Triage, Multi-Tier AI Routing &amp; Automated Threat Investigation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474720"/>
            <a:ext cx="1033272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566160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192F"/>
                </a:solidFill>
                <a:latin typeface="Calibri"/>
              </a:defRPr>
            </a:pPr>
            <a:r>
              <a:t>PROJECT LEADERSHIP &amp; TEAM ROLES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Team Lead (TL): Gokula Kannan M (SEC25CS196 | CSE-A) — Full-Stack Development, Software Engineering &amp; AI Integration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Team Member 1 (M1): Lakshan M (SEC25CS036 | CSE-A) — Cybersecurity, Threat Modeling &amp; SIEM Active Defense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Team Member 2 (M2): Sivabalan T (SEC25CS101 | CSE-C) — Core AI Engineering, Zero-Trust Privacy &amp; Quantization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Faculty Supervisor: Dr. A. SHEELA (Associate Professor, Department of Computer Science &amp; Engineering)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Institution: Sri Sai Ram Engineering College, Chennai | Academic Year: 2026–2027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Executive Summary &amp; Team Lead Perspective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The Problem We Solved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Severe Alert Fatigue: Enterprise SOCs ingest over 5,000 logs daily, with manual investigation taking 30–45 minutes per alert.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Unreviewed Threat Exposure: Over 70% of security alerts go unexamined due to human analyst capacity limits.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Cloud Telemetry Privacy Leakage: Transmitting raw logs to public cloud AI violates DPDP Act 2023 and risks exposing internal IP maps, emails, and credentials.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Air-Gapped Operational Barrier: Military labs and police cyber cells operate without internet, making cloud AI non-viable.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Our Architectural Breakthrough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Zero-Trust Local Data Sanitizer: Redacts 100% of PII, IPs, MACs, and tokens into synthetic handles ([USER_1], [INTERNAL_IP_1]) in local RAM.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Prompt Injection Firewall: Neutralizes adversarial prompt overrides in raw logs before AI processing.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3-Tier Hybrid AI Model Router: Resolves ~90% of routine alerts 100% offline on Tier-1 Ollama (deepseek-r1:8b) at $0 compute cost.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Human-in-the-Loop Active Defense: Enforces strict analyst click-approval before executing containment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Problem Context &amp; The SOC Bottleneck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1. Triage Bottleneck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5,000+ Daily SIEM Alerts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30–45 Minutes per Manual Triage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70%+ Alerts Left Unreviewed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High Analyst Burnout &amp; Turnover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Extended Attacker Dwell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2. Data Privacy &amp; Compliance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Cloud Egress Exposure Risks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Internal IP Topographies Leakage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Staff Credentials &amp; PII Compromise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DPDP Act 2023 Non-Compliance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Forensic Chain-of-Custody Breach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413455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3. Air-Gapped Barrier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Zero Internet Egress Mandate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High Commercial Cloud API Costs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Unreliable External Model APIs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Lack of Edge Hardware Support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Complex Deployment 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Proposed System &amp; Core Value Proposition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Key Technical Innovations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1. Async FastAPI Webhook Receiver: Non-blocking ingestion bridge receiving Wazuh SIEM JSON streams.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2. In-RAM Regex Data Sanitizer: Redacts emails, IPv4/v6, MACs, and API tokens while storing lookup maps in RAM.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3. Prompt-Injection Neutralizer: Replaces malicious prompt overrides with [NEUTRALIZED_PROMPT_INJECTION] tokens.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4. AST Python Code Execution Sandbox: Safely parses script syntax trees using ast.parse() to block dangerous calls.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Measurable System Value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Machine-Speed Triage: Resolves alert investigation and builds reports in &lt;30 seconds per incident.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100% Data Sovereignty: Sensitive identifiers never cross external network boundaries.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$0 Operational Base Cost: Resolves ~90% of routine alerts locally on GPU hardware via Ollama.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Courtroom-Ready Evidence: Generates verifiable PDF incident briefs backed by JSONL audit logs.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3-Tier System Architecture &amp; Model Router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Tier 1: Local Offline GPU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Runtime: Ollama Local Inference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Model: deepseek-r1:8b / llama3.2:1b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Target: ~90% Routine Alerts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Cost: $0 Marginal Software Cost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Network: 100% Air-Gapped Offline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Tier 2: Fast Cloud Reasoning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Endpoint: Groq Cloud API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Model: deepseek-r1-distill-llama-70b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Trigger: Complex Multi-Stage Threats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Payload: Anonymized Tokens Only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Speed: 300+ tokens/second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413455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Tier 3: Enterprise Multi-Modal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Endpoint: Gemini / OpenRouter / OpenAI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Model: Gemini 2.0 Flash / GPT-4o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Trigger: Multi-Gigabyte Disk Dumps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Context: Up to 2M Token Context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Control: Policy-Governed Escalation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Intelligence, Vector Memory &amp; Attack Graph Correlation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Threat Correlation &amp; RAG Memory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MITRE ATT&amp;CK Mapping: Rule-assisted classifier mapping log features to tactics (Credential Access) &amp; techniques (T1110 Brute Force).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Vector Threat Memory: Embedded ChromaDB database storing dense embeddings of past security incidents.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Cosine Similarity Retrieval: Queries historical incident resolutions to provide contextual precedent for new alerts.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Automated Pattern Matching: Reduces investigation overhead for recurring attack vectors.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Attack Graph Synthesis (DAG)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Temporal Entity Correlation: Clusters events occurring across sliding time windows and shared entity tokens.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Intrusion Lifecycle Mapping: Reconstructs sequential attack steps from Initial Access (T1078) to Exfiltration (T1041).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Directed Acyclic Graphs (DAG): Generates visual attack graph nodes and edges for analyst review.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Root-Cause Discovery: Exposes hidden low-and-slow intruder lateral movement.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Safety, Governance &amp; Active Defense Mechanisms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AST Code Sandbox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Python ast.parse() Syntax Tree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Blocks Dangerous Primitives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Filters os, sys, subprocess, eval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Safe Payload De-obfuscation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Prevents Arbitrary Code 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HITL Authorization Gate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Human-in-the-Loop Analyst Gate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Role-Based Access Control (RBAC)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Mandatory Click-Approval Modal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Prevents AI Action Hallucination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Officer Authorization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413455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Mock Active Response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Simulated Firewall IP Blocking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Process Termination Controller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Host Isolation Simulation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Non-Disruptive Testing Mode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Production Allowlist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Team Composition &amp; Specialized Technical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920240"/>
                <a:gridCol w="3200400"/>
                <a:gridCol w="3596335"/>
              </a:tblGrid>
              <a:tr h="93268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 &amp; Section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Technical Specialization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 Deliverables &amp; Ownership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Gokula Kannan 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Team Lead (TL)</a:t>
                      </a:r>
                      <a:br/>
                      <a:r>
                        <a:t>SEC25CS196 | CSE-A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Full-Stack Development, Software Engineering &amp; AI Integration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Overall system architecture, async FastAPI backend, React dashboard integration, 3-Tier AI router pipeline, sprint leadership &amp; Hac'KP 2026 pitching.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Lakshan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Team Member 1 (M1)</a:t>
                      </a:r>
                      <a:br/>
                      <a:r>
                        <a:t>SEC25CS036 | CSE-A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Cybersecurity, Threat Modeling &amp; SIEM Active Defense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Wazuh SIEM active response ingestion bridge, MITRE ATT&amp;CK taxonomy mapper (src/mitre_mapper.py), attack graph correlation &amp; response controller.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Sivabalan 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Team Member 2 (M2)</a:t>
                      </a:r>
                      <a:br/>
                      <a:r>
                        <a:t>SEC25CS101 | CSE-C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Core AI Engineering, Zero-Trust Privacy &amp; Quantization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Development of Zero-Trust Data Sanitizer (src/sanitizer.py), in-RAM token vault, Prompt Injection Firewall, ChromaDB RAG &amp; local GPU model quantization.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Dr. A. SHEELA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Faculty Supervisor</a:t>
                      </a:r>
                      <a:br/>
                      <a:r>
                        <a:t>Assoc. Prof., CSE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Academic Supervision, Research Guidance &amp;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Project oversight, academic literature review guidance, and regulatory compliance alignment for Sairam Institutions.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IEEE Literature Survey &amp; UN SDG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IEEE Academic Literature Matrix (6 Papers)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Vasilev et al. (IEEE 2026): Proves 8B local LLMs reduce false positives by 85% — validates Tier-1 Ollama.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Zhang &amp; Liu (IEEE TIFS 2025): Proves tokenized logs retain 100% semantic utility — validates DataSanitizer.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Nguyen &amp; Pham (IEEE Access 2025): Proves 91.4% precision in rule mapping — validates mitre_mapper.py.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Kumar et al. (IEEE EMBC 2025): Proves model cascading cuts costs by 78% — validates 3-Tier AI Router.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Bansal et al. (IEEE SPW 2024): Proves structured briefs reduce MTTT by 64% — validates PDF exporter.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UN Sustainable Development Goals (SDGs)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SDG 9 (Industry, Innovation &amp; Infrastructure): Builds resilient public cyber defense infrastructure with zero cloud dependency.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SDG 16 (Peace, Justice &amp; Strong Institutions): Enforces data privacy, evidence chain-of-custody, and court-admissible audit logs.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SDG 8 (Decent Work &amp; Economic Growth): Automates routine Tier-1 triage to eliminate human analyst burnout.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SDG 12 (Responsible Consumption &amp; Production): Reduces cloud energy footprints via local edge GPU inference.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SHIELD AI | TEAM LEAD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192F"/>
                </a:solidFill>
                <a:latin typeface="Calibri"/>
              </a:defRPr>
            </a:pPr>
            <a:r>
              <a:t>Future Commercialization Roadmap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A192F"/>
                </a:solidFill>
                <a:latin typeface="Calibri"/>
              </a:defRPr>
            </a:pPr>
            <a:r>
              <a:t>Future Development &amp; Hardening Roadmap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1. Labeled Benchmark Dataset: Benchmarking against CIC-IDS-2017 &amp; production Wazuh SIEM telemetry.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2. Local NER Sanitizer: Integrating lightweight local ONNX NER models (spaCy) for non-regex PII entities.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3. Cryptographic Audit Log: Upgrading JSONL audit logs with HMAC hash chains &amp; hardware TPM signing.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4. Enterprise Containerization: Packaging the full platform using Docker, Kubernetes, and CI/CD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Conclusion &amp; Team Lead Vision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SHIELD AI proves that enterprise-grade SOC triage can be automated at machine speed (&lt;30s MTTR) without compromising data privacy or incurring cloud software costs.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By unifying Zero-Trust PII Tokenization, 3-Tier AI Routing, Vector Threat Memory, and Human-in-the-Loop Governance, SHIELD AI delivers a legally robust defense platform.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On behalf of Team Lead Gokula Kannan M &amp; Team SENTINEL, we thank Sairam Institutions for their continuous guidance!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Sri Sai Ram Engineering College | Department of CSE | SHIELD AI Presentation —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